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  <p:sldMasterId id="2147483684" r:id="rId7"/>
    <p:sldMasterId id="214748369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y="9753600" cx="13004800"/>
  <p:notesSz cx="7315200" cy="9601200"/>
  <p:embeddedFontLs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NrAeoS2GXkRAbPqKD+MRBhiJp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4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font" Target="fonts/GillSans-bold.fntdata"/><Relationship Id="rId10" Type="http://schemas.openxmlformats.org/officeDocument/2006/relationships/slide" Target="slides/slide1.xml"/><Relationship Id="rId32" Type="http://schemas.openxmlformats.org/officeDocument/2006/relationships/font" Target="fonts/GillSans-regular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34" Type="http://customschemas.google.com/relationships/presentationmetadata" Target="meta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9b378906b_2_5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e9b378906b_2_5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9b378906b_2_50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9b378906b_2_72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e9b378906b_2_72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e9b378906b_2_72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9b378906b_2_8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9b378906b_2_8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9b378906b_2_8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9b378906b_2_99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9b378906b_2_9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9b378906b_2_9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9b378906b_2_13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e9b378906b_2_13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e9b378906b_2_13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9b378906b_2_11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9b378906b_2_11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e9b378906b_2_110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9b378906b_2_26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9b378906b_2_26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9b378906b_2_26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9b378906b_2_12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9b378906b_2_12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e9b378906b_2_12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9b378906b_2_39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9b378906b_2_3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e9b378906b_2_3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90196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5098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15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15"/>
          <p:cNvSpPr txBox="1"/>
          <p:nvPr>
            <p:ph type="ctrTitle"/>
          </p:nvPr>
        </p:nvSpPr>
        <p:spPr>
          <a:xfrm>
            <a:off x="2037419" y="511855"/>
            <a:ext cx="10533888" cy="2093773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subTitle"/>
          </p:nvPr>
        </p:nvSpPr>
        <p:spPr>
          <a:xfrm>
            <a:off x="2037419" y="2631202"/>
            <a:ext cx="10533888" cy="249258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0">
            <a:noAutofit/>
          </a:bodyPr>
          <a:lstStyle>
            <a:lvl1pPr lvl="0" algn="l">
              <a:spcBef>
                <a:spcPts val="850"/>
              </a:spcBef>
              <a:spcAft>
                <a:spcPts val="0"/>
              </a:spcAft>
              <a:buSzPts val="2960"/>
              <a:buNone/>
              <a:defRPr sz="3700">
                <a:solidFill>
                  <a:srgbClr val="341108"/>
                </a:solidFill>
              </a:defRPr>
            </a:lvl1pPr>
            <a:lvl2pPr lvl="1" algn="ctr">
              <a:spcBef>
                <a:spcPts val="79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20040" lvl="0" marL="457200" algn="l">
              <a:spcBef>
                <a:spcPts val="8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79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17"/>
          <p:cNvSpPr/>
          <p:nvPr/>
        </p:nvSpPr>
        <p:spPr>
          <a:xfrm>
            <a:off x="3251200" y="0"/>
            <a:ext cx="107950" cy="9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" name="Google Shape;37;p17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90196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5098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" name="Google Shape;38;p17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17"/>
          <p:cNvSpPr txBox="1"/>
          <p:nvPr>
            <p:ph type="title"/>
          </p:nvPr>
        </p:nvSpPr>
        <p:spPr>
          <a:xfrm>
            <a:off x="3667046" y="3698240"/>
            <a:ext cx="9103360" cy="3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>
            <a:lvl1pPr lvl="0" algn="l">
              <a:lnSpc>
                <a:spcPct val="11228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700"/>
              <a:buFont typeface="Gill Sans"/>
              <a:buNone/>
              <a:defRPr b="1" sz="57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3667046" y="1517227"/>
            <a:ext cx="9103360" cy="2147146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16785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341108"/>
                </a:solidFill>
              </a:defRPr>
            </a:lvl1pPr>
            <a:lvl2pPr indent="-228600" lvl="1" marL="914400" algn="l">
              <a:spcBef>
                <a:spcPts val="790"/>
              </a:spcBef>
              <a:spcAft>
                <a:spcPts val="0"/>
              </a:spcAft>
              <a:buSzPts val="2600"/>
              <a:buNone/>
              <a:defRPr sz="26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60"/>
              </a:spcBef>
              <a:spcAft>
                <a:spcPts val="0"/>
              </a:spcAft>
              <a:buSzPts val="2300"/>
              <a:buNone/>
              <a:defRPr sz="23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2041754" y="390144"/>
            <a:ext cx="10663936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2041754" y="2167467"/>
            <a:ext cx="5201920" cy="66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31800" lvl="0" marL="457200" algn="l">
              <a:spcBef>
                <a:spcPts val="850"/>
              </a:spcBef>
              <a:spcAft>
                <a:spcPts val="0"/>
              </a:spcAft>
              <a:buSzPts val="3200"/>
              <a:buChar char="⚫"/>
              <a:defRPr sz="4000"/>
            </a:lvl1pPr>
            <a:lvl2pPr indent="-444500" lvl="1" marL="914400" algn="l">
              <a:spcBef>
                <a:spcPts val="790"/>
              </a:spcBef>
              <a:spcAft>
                <a:spcPts val="0"/>
              </a:spcAft>
              <a:buSzPts val="3400"/>
              <a:buChar char="◦"/>
              <a:defRPr sz="3400"/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7503770" y="2167467"/>
            <a:ext cx="5201920" cy="66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31800" lvl="0" marL="457200" algn="l">
              <a:spcBef>
                <a:spcPts val="850"/>
              </a:spcBef>
              <a:spcAft>
                <a:spcPts val="0"/>
              </a:spcAft>
              <a:buSzPts val="3200"/>
              <a:buChar char="⚫"/>
              <a:defRPr sz="4000"/>
            </a:lvl1pPr>
            <a:lvl2pPr indent="-444500" lvl="1" marL="914400" algn="l">
              <a:spcBef>
                <a:spcPts val="790"/>
              </a:spcBef>
              <a:spcAft>
                <a:spcPts val="0"/>
              </a:spcAft>
              <a:buSzPts val="3400"/>
              <a:buChar char="◦"/>
              <a:defRPr sz="3400"/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650240" y="7339145"/>
            <a:ext cx="1170432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6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650240" y="466884"/>
            <a:ext cx="5722112" cy="910336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SzPts val="2160"/>
              <a:buNone/>
              <a:defRPr b="0"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790"/>
              </a:spcBef>
              <a:spcAft>
                <a:spcPts val="0"/>
              </a:spcAft>
              <a:buSzPts val="2800"/>
              <a:buNone/>
              <a:defRPr b="1" sz="2800"/>
            </a:lvl2pPr>
            <a:lvl3pPr indent="-228600" lvl="2" marL="1371600" algn="l">
              <a:spcBef>
                <a:spcPts val="520"/>
              </a:spcBef>
              <a:spcAft>
                <a:spcPts val="0"/>
              </a:spcAft>
              <a:buSzPts val="2600"/>
              <a:buNone/>
              <a:defRPr b="1" sz="2600"/>
            </a:lvl3pPr>
            <a:lvl4pPr indent="-228600" lvl="3" marL="18288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2" type="body"/>
          </p:nvPr>
        </p:nvSpPr>
        <p:spPr>
          <a:xfrm>
            <a:off x="6632448" y="466884"/>
            <a:ext cx="5722112" cy="910336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SzPts val="2160"/>
              <a:buNone/>
              <a:defRPr b="0"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790"/>
              </a:spcBef>
              <a:spcAft>
                <a:spcPts val="0"/>
              </a:spcAft>
              <a:buSzPts val="2800"/>
              <a:buNone/>
              <a:defRPr b="1" sz="2800"/>
            </a:lvl2pPr>
            <a:lvl3pPr indent="-228600" lvl="2" marL="1371600" algn="l">
              <a:spcBef>
                <a:spcPts val="520"/>
              </a:spcBef>
              <a:spcAft>
                <a:spcPts val="0"/>
              </a:spcAft>
              <a:buSzPts val="2600"/>
              <a:buNone/>
              <a:defRPr b="1" sz="2600"/>
            </a:lvl3pPr>
            <a:lvl4pPr indent="-228600" lvl="3" marL="18288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3" type="body"/>
          </p:nvPr>
        </p:nvSpPr>
        <p:spPr>
          <a:xfrm>
            <a:off x="650240" y="1378611"/>
            <a:ext cx="5722112" cy="585216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01320" lvl="0" marL="4572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720"/>
              <a:buChar char="⚫"/>
              <a:defRPr sz="3400"/>
            </a:lvl1pPr>
            <a:lvl2pPr indent="-406400" lvl="1" marL="9144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93700" lvl="2" marL="13716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600"/>
              <a:buChar char="●"/>
              <a:defRPr sz="2600"/>
            </a:lvl3pPr>
            <a:lvl4pPr indent="-374650" lvl="3" marL="18288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300"/>
              <a:buChar char="●"/>
              <a:defRPr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4" type="body"/>
          </p:nvPr>
        </p:nvSpPr>
        <p:spPr>
          <a:xfrm>
            <a:off x="6632448" y="1378611"/>
            <a:ext cx="5722112" cy="585216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01320" lvl="0" marL="4572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720"/>
              <a:buChar char="⚫"/>
              <a:defRPr sz="3400"/>
            </a:lvl1pPr>
            <a:lvl2pPr indent="-406400" lvl="1" marL="9144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93700" lvl="2" marL="13716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600"/>
              <a:buChar char="●"/>
              <a:defRPr sz="2600"/>
            </a:lvl3pPr>
            <a:lvl4pPr indent="-374650" lvl="3" marL="18288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SzPts val="2300"/>
              <a:buChar char="●"/>
              <a:defRPr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2041754" y="390144"/>
            <a:ext cx="10663936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21"/>
          <p:cNvSpPr/>
          <p:nvPr/>
        </p:nvSpPr>
        <p:spPr>
          <a:xfrm>
            <a:off x="1443038" y="0"/>
            <a:ext cx="104775" cy="9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type="title"/>
          </p:nvPr>
        </p:nvSpPr>
        <p:spPr>
          <a:xfrm>
            <a:off x="650240" y="308307"/>
            <a:ext cx="5418667" cy="1652693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rmAutofit/>
          </a:bodyPr>
          <a:lstStyle>
            <a:lvl1pPr lvl="0" algn="l">
              <a:lnSpc>
                <a:spcPct val="91774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100"/>
              <a:buFont typeface="Gill Sans"/>
              <a:buNone/>
              <a:defRPr b="1" sz="31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650240" y="2001016"/>
            <a:ext cx="5418667" cy="993422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indent="-228600" lvl="1" marL="914400" algn="l">
              <a:spcBef>
                <a:spcPts val="790"/>
              </a:spcBef>
              <a:spcAft>
                <a:spcPts val="0"/>
              </a:spcAft>
              <a:buSzPts val="1700"/>
              <a:buNone/>
              <a:defRPr sz="17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4pPr>
            <a:lvl5pPr indent="-228600" lvl="4" marL="22860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2" type="body"/>
          </p:nvPr>
        </p:nvSpPr>
        <p:spPr>
          <a:xfrm>
            <a:off x="650240" y="3034454"/>
            <a:ext cx="11595947" cy="56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62280" lvl="0" marL="457200" algn="l">
              <a:spcBef>
                <a:spcPts val="850"/>
              </a:spcBef>
              <a:spcAft>
                <a:spcPts val="0"/>
              </a:spcAft>
              <a:buSzPts val="3680"/>
              <a:buChar char="⚫"/>
              <a:defRPr sz="4600"/>
            </a:lvl1pPr>
            <a:lvl2pPr indent="-482600" lvl="1" marL="914400" algn="l">
              <a:spcBef>
                <a:spcPts val="790"/>
              </a:spcBef>
              <a:spcAft>
                <a:spcPts val="0"/>
              </a:spcAft>
              <a:buSzPts val="4000"/>
              <a:buChar char="◦"/>
              <a:defRPr sz="4000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SzPts val="3400"/>
              <a:buChar char="●"/>
              <a:defRPr sz="3400"/>
            </a:lvl3pPr>
            <a:lvl4pPr indent="-406400" lvl="3" marL="18288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65000" lIns="130025" spcFirstLastPara="1" rIns="130025" wrap="square" tIns="390125">
            <a:normAutofit/>
          </a:bodyPr>
          <a:lstStyle/>
          <a:p>
            <a:pPr indent="0" lvl="0" marL="0" marR="0" rtl="0" algn="l">
              <a:lnSpc>
                <a:spcPct val="9271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80"/>
              <a:buFont typeface="Noto Sans Symbols"/>
              <a:buNone/>
            </a:pPr>
            <a:r>
              <a:t/>
            </a:r>
            <a:endParaRPr sz="4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23"/>
          <p:cNvSpPr/>
          <p:nvPr/>
        </p:nvSpPr>
        <p:spPr>
          <a:xfrm rot="-2131329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" name="Google Shape;81;p23"/>
          <p:cNvSpPr/>
          <p:nvPr/>
        </p:nvSpPr>
        <p:spPr>
          <a:xfrm flipH="1" rot="2103354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23"/>
          <p:cNvSpPr txBox="1"/>
          <p:nvPr>
            <p:ph type="title"/>
          </p:nvPr>
        </p:nvSpPr>
        <p:spPr>
          <a:xfrm>
            <a:off x="8372474" y="1517227"/>
            <a:ext cx="3901440" cy="2817707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000"/>
              <a:buFont typeface="Gill Sans"/>
              <a:buNone/>
              <a:defRPr b="1"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/>
          <p:nvPr>
            <p:ph idx="2" type="pic"/>
          </p:nvPr>
        </p:nvSpPr>
        <p:spPr>
          <a:xfrm>
            <a:off x="1192107" y="1625605"/>
            <a:ext cx="6285653" cy="4998444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4" name="Google Shape;84;p23"/>
          <p:cNvSpPr txBox="1"/>
          <p:nvPr>
            <p:ph idx="1" type="body"/>
          </p:nvPr>
        </p:nvSpPr>
        <p:spPr>
          <a:xfrm>
            <a:off x="1192107" y="6827520"/>
            <a:ext cx="6285653" cy="1083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77777"/>
                </a:solidFill>
              </a:defRPr>
            </a:lvl1pPr>
            <a:lvl2pPr indent="-336550" lvl="1" marL="914400" algn="l">
              <a:spcBef>
                <a:spcPts val="790"/>
              </a:spcBef>
              <a:spcAft>
                <a:spcPts val="0"/>
              </a:spcAft>
              <a:buSzPts val="1700"/>
              <a:buChar char="◦"/>
              <a:defRPr sz="17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1150" lvl="3" marL="1828800" algn="l">
              <a:spcBef>
                <a:spcPts val="26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spcBef>
                <a:spcPts val="260"/>
              </a:spcBef>
              <a:spcAft>
                <a:spcPts val="0"/>
              </a:spcAft>
              <a:buSzPts val="1300"/>
              <a:buChar char="●"/>
              <a:defRPr sz="1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 rot="5400000">
            <a:off x="3960019" y="140494"/>
            <a:ext cx="6827837" cy="106648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20040" lvl="0" marL="457200" algn="l">
              <a:spcBef>
                <a:spcPts val="8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79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 rot="5400000">
            <a:off x="6892996" y="3251203"/>
            <a:ext cx="8322169" cy="260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 rot="5400000">
            <a:off x="1420142" y="596058"/>
            <a:ext cx="8322169" cy="7911253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20040" lvl="0" marL="457200" algn="l">
              <a:spcBef>
                <a:spcPts val="8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79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" type="subTitle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/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" type="body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sz="20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sz="18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sz="16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" type="body"/>
          </p:nvPr>
        </p:nvSpPr>
        <p:spPr>
          <a:xfrm>
            <a:off x="1270000" y="5029200"/>
            <a:ext cx="51562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Char char="•"/>
              <a:defRPr sz="2800"/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–"/>
              <a:defRPr sz="2400"/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sz="20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–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»"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5" name="Google Shape;115;p30"/>
          <p:cNvSpPr txBox="1"/>
          <p:nvPr>
            <p:ph idx="2" type="body"/>
          </p:nvPr>
        </p:nvSpPr>
        <p:spPr>
          <a:xfrm>
            <a:off x="6578600" y="5029200"/>
            <a:ext cx="51562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Char char="•"/>
              <a:defRPr sz="2800"/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–"/>
              <a:defRPr sz="2400"/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sz="20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–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»"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" type="body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9pPr>
          </a:lstStyle>
          <a:p/>
        </p:txBody>
      </p:sp>
      <p:sp>
        <p:nvSpPr>
          <p:cNvPr id="119" name="Google Shape;119;p31"/>
          <p:cNvSpPr txBox="1"/>
          <p:nvPr>
            <p:ph idx="2" type="body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  <a:defRPr sz="24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–"/>
              <a:defRPr sz="20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  <a:defRPr sz="18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–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»"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20" name="Google Shape;120;p31"/>
          <p:cNvSpPr txBox="1"/>
          <p:nvPr>
            <p:ph idx="3" type="body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9pPr>
          </a:lstStyle>
          <a:p/>
        </p:txBody>
      </p:sp>
      <p:sp>
        <p:nvSpPr>
          <p:cNvPr id="121" name="Google Shape;121;p31"/>
          <p:cNvSpPr txBox="1"/>
          <p:nvPr>
            <p:ph idx="4" type="body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  <a:defRPr sz="24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–"/>
              <a:defRPr sz="20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  <a:defRPr sz="18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–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»"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" type="body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Char char="•"/>
              <a:defRPr sz="3200"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Char char="–"/>
              <a:defRPr sz="2800"/>
            </a:lvl2pPr>
            <a:lvl3pPr indent="-3810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  <a:defRPr sz="2400"/>
            </a:lvl3pPr>
            <a:lvl4pPr indent="-355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–"/>
              <a:defRPr sz="2000"/>
            </a:lvl4pPr>
            <a:lvl5pPr indent="-355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»"/>
              <a:defRPr sz="20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28" name="Google Shape;128;p34"/>
          <p:cNvSpPr txBox="1"/>
          <p:nvPr>
            <p:ph idx="2" type="body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ill Sans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5"/>
          <p:cNvSpPr/>
          <p:nvPr>
            <p:ph idx="2" type="pic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5"/>
          <p:cNvSpPr txBox="1"/>
          <p:nvPr>
            <p:ph idx="1" type="body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ill Sans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6"/>
          <p:cNvSpPr txBox="1"/>
          <p:nvPr>
            <p:ph idx="1" type="body"/>
          </p:nvPr>
        </p:nvSpPr>
        <p:spPr>
          <a:xfrm rot="5400000">
            <a:off x="5937250" y="361950"/>
            <a:ext cx="1130300" cy="10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/>
          <p:nvPr>
            <p:ph type="title"/>
          </p:nvPr>
        </p:nvSpPr>
        <p:spPr>
          <a:xfrm rot="5400000">
            <a:off x="8166100" y="2590800"/>
            <a:ext cx="4521200" cy="2616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" type="body"/>
          </p:nvPr>
        </p:nvSpPr>
        <p:spPr>
          <a:xfrm rot="5400000">
            <a:off x="2857500" y="50800"/>
            <a:ext cx="45212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/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9"/>
          <p:cNvSpPr txBox="1"/>
          <p:nvPr>
            <p:ph idx="1" type="subTitle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1pPr>
            <a:lvl2pPr lvl="1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2pPr>
            <a:lvl3pPr lvl="2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3pPr>
            <a:lvl4pPr lvl="3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4pPr>
            <a:lvl5pPr lvl="4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5pPr>
            <a:lvl6pPr lvl="5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6pPr>
            <a:lvl7pPr lvl="6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7pPr>
            <a:lvl8pPr lvl="7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8pPr>
            <a:lvl9pPr lvl="8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"/>
          <p:cNvSpPr txBox="1"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0"/>
          <p:cNvSpPr txBox="1"/>
          <p:nvPr>
            <p:ph idx="1" type="body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24053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1pPr>
            <a:lvl2pPr indent="-424053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2pPr>
            <a:lvl3pPr indent="-424053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3pPr>
            <a:lvl4pPr indent="-424053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4pPr>
            <a:lvl5pPr indent="-424053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5pPr>
            <a:lvl6pPr indent="-424053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6pPr>
            <a:lvl7pPr indent="-424053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7pPr>
            <a:lvl8pPr indent="-424053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8pPr>
            <a:lvl9pPr indent="-424053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1"/>
          <p:cNvSpPr txBox="1"/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1"/>
          <p:cNvSpPr txBox="1"/>
          <p:nvPr>
            <p:ph idx="1" type="body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None/>
              <a:defRPr sz="2000"/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None/>
              <a:defRPr sz="1800"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sz="1600"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8pPr>
            <a:lvl9pPr indent="-228600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2"/>
          <p:cNvSpPr txBox="1"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2"/>
          <p:cNvSpPr txBox="1"/>
          <p:nvPr>
            <p:ph idx="1" type="body"/>
          </p:nvPr>
        </p:nvSpPr>
        <p:spPr>
          <a:xfrm>
            <a:off x="1270000" y="2768600"/>
            <a:ext cx="5156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532638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788"/>
              <a:buChar char="•"/>
              <a:defRPr sz="2800"/>
            </a:lvl1pPr>
            <a:lvl2pPr indent="-489204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2pPr>
            <a:lvl3pPr indent="-445770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3pPr>
            <a:lvl4pPr indent="-424053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4pPr>
            <a:lvl5pPr indent="-424053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5pPr>
            <a:lvl6pPr indent="-424053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6pPr>
            <a:lvl7pPr indent="-424053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7pPr>
            <a:lvl8pPr indent="-424053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8pPr>
            <a:lvl9pPr indent="-424053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9pPr>
          </a:lstStyle>
          <a:p/>
        </p:txBody>
      </p:sp>
      <p:sp>
        <p:nvSpPr>
          <p:cNvPr id="154" name="Google Shape;154;p42"/>
          <p:cNvSpPr txBox="1"/>
          <p:nvPr>
            <p:ph idx="2" type="body"/>
          </p:nvPr>
        </p:nvSpPr>
        <p:spPr>
          <a:xfrm>
            <a:off x="6578600" y="2768600"/>
            <a:ext cx="5156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532638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788"/>
              <a:buChar char="•"/>
              <a:defRPr sz="2800"/>
            </a:lvl1pPr>
            <a:lvl2pPr indent="-489204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2pPr>
            <a:lvl3pPr indent="-445770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3pPr>
            <a:lvl4pPr indent="-424053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4pPr>
            <a:lvl5pPr indent="-424053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5pPr>
            <a:lvl6pPr indent="-424053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6pPr>
            <a:lvl7pPr indent="-424053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7pPr>
            <a:lvl8pPr indent="-424053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8pPr>
            <a:lvl9pPr indent="-424053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3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3"/>
          <p:cNvSpPr txBox="1"/>
          <p:nvPr>
            <p:ph idx="1" type="body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None/>
              <a:defRPr b="1" sz="2400"/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None/>
              <a:defRPr b="1" sz="2000"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None/>
              <a:defRPr b="1" sz="1800"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8pPr>
            <a:lvl9pPr indent="-228600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9pPr>
          </a:lstStyle>
          <a:p/>
        </p:txBody>
      </p:sp>
      <p:sp>
        <p:nvSpPr>
          <p:cNvPr id="158" name="Google Shape;158;p43"/>
          <p:cNvSpPr txBox="1"/>
          <p:nvPr>
            <p:ph idx="2" type="body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89204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1pPr>
            <a:lvl2pPr indent="-445770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2pPr>
            <a:lvl3pPr indent="-424053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3pPr>
            <a:lvl4pPr indent="-402336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4pPr>
            <a:lvl5pPr indent="-402336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5pPr>
            <a:lvl6pPr indent="-402336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6pPr>
            <a:lvl7pPr indent="-402336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7pPr>
            <a:lvl8pPr indent="-402336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8pPr>
            <a:lvl9pPr indent="-402336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9pPr>
          </a:lstStyle>
          <a:p/>
        </p:txBody>
      </p:sp>
      <p:sp>
        <p:nvSpPr>
          <p:cNvPr id="159" name="Google Shape;159;p43"/>
          <p:cNvSpPr txBox="1"/>
          <p:nvPr>
            <p:ph idx="3" type="body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None/>
              <a:defRPr b="1" sz="2400"/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None/>
              <a:defRPr b="1" sz="2000"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None/>
              <a:defRPr b="1" sz="1800"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8pPr>
            <a:lvl9pPr indent="-228600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9pPr>
          </a:lstStyle>
          <a:p/>
        </p:txBody>
      </p:sp>
      <p:sp>
        <p:nvSpPr>
          <p:cNvPr id="160" name="Google Shape;160;p43"/>
          <p:cNvSpPr txBox="1"/>
          <p:nvPr>
            <p:ph idx="4" type="body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89204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1pPr>
            <a:lvl2pPr indent="-445770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2pPr>
            <a:lvl3pPr indent="-424053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3pPr>
            <a:lvl4pPr indent="-402336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4pPr>
            <a:lvl5pPr indent="-402336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5pPr>
            <a:lvl6pPr indent="-402336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6pPr>
            <a:lvl7pPr indent="-402336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7pPr>
            <a:lvl8pPr indent="-402336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8pPr>
            <a:lvl9pPr indent="-402336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4"/>
          <p:cNvSpPr txBox="1"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6"/>
          <p:cNvSpPr txBox="1"/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6"/>
          <p:cNvSpPr txBox="1"/>
          <p:nvPr>
            <p:ph idx="1" type="body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576072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472"/>
              <a:buChar char="•"/>
              <a:defRPr sz="3200"/>
            </a:lvl1pPr>
            <a:lvl2pPr indent="-532638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788"/>
              <a:buChar char="•"/>
              <a:defRPr sz="2800"/>
            </a:lvl2pPr>
            <a:lvl3pPr indent="-489204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3pPr>
            <a:lvl4pPr indent="-445770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4pPr>
            <a:lvl5pPr indent="-445770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5pPr>
            <a:lvl6pPr indent="-445770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6pPr>
            <a:lvl7pPr indent="-445770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7pPr>
            <a:lvl8pPr indent="-445770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8pPr>
            <a:lvl9pPr indent="-445770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9pPr>
          </a:lstStyle>
          <a:p/>
        </p:txBody>
      </p:sp>
      <p:sp>
        <p:nvSpPr>
          <p:cNvPr id="167" name="Google Shape;167;p46"/>
          <p:cNvSpPr txBox="1"/>
          <p:nvPr>
            <p:ph idx="2" type="body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52"/>
              <a:buNone/>
              <a:defRPr sz="1200"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710"/>
              <a:buNone/>
              <a:defRPr sz="1000"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8pPr>
            <a:lvl9pPr indent="-228600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7"/>
          <p:cNvSpPr txBox="1"/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7"/>
          <p:cNvSpPr/>
          <p:nvPr>
            <p:ph idx="2" type="pic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47"/>
          <p:cNvSpPr txBox="1"/>
          <p:nvPr>
            <p:ph idx="1" type="body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52"/>
              <a:buNone/>
              <a:defRPr sz="1200"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710"/>
              <a:buNone/>
              <a:defRPr sz="1000"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8pPr>
            <a:lvl9pPr indent="-228600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8"/>
          <p:cNvSpPr txBox="1"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48"/>
          <p:cNvSpPr txBox="1"/>
          <p:nvPr>
            <p:ph idx="1" type="body"/>
          </p:nvPr>
        </p:nvSpPr>
        <p:spPr>
          <a:xfrm rot="5400000">
            <a:off x="3644900" y="393700"/>
            <a:ext cx="5715000" cy="104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24053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1pPr>
            <a:lvl2pPr indent="-424053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2pPr>
            <a:lvl3pPr indent="-424053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3pPr>
            <a:lvl4pPr indent="-424053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4pPr>
            <a:lvl5pPr indent="-424053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5pPr>
            <a:lvl6pPr indent="-424053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6pPr>
            <a:lvl7pPr indent="-424053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7pPr>
            <a:lvl8pPr indent="-424053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8pPr>
            <a:lvl9pPr indent="-424053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9"/>
          <p:cNvSpPr txBox="1"/>
          <p:nvPr>
            <p:ph type="title"/>
          </p:nvPr>
        </p:nvSpPr>
        <p:spPr>
          <a:xfrm rot="5400000">
            <a:off x="6311900" y="3060700"/>
            <a:ext cx="8229600" cy="2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9"/>
          <p:cNvSpPr txBox="1"/>
          <p:nvPr>
            <p:ph idx="1" type="body"/>
          </p:nvPr>
        </p:nvSpPr>
        <p:spPr>
          <a:xfrm rot="5400000">
            <a:off x="1003300" y="520700"/>
            <a:ext cx="82296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24053" lvl="0" marL="457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1pPr>
            <a:lvl2pPr indent="-424053" lvl="1" marL="914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2pPr>
            <a:lvl3pPr indent="-424053" lvl="2" marL="1371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3pPr>
            <a:lvl4pPr indent="-424053" lvl="3" marL="1828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4pPr>
            <a:lvl5pPr indent="-424053" lvl="4" marL="22860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5pPr>
            <a:lvl6pPr indent="-424053" lvl="5" marL="27432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6pPr>
            <a:lvl7pPr indent="-424053" lvl="6" marL="32004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7pPr>
            <a:lvl8pPr indent="-424053" lvl="7" marL="36576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8pPr>
            <a:lvl9pPr indent="-424053" lvl="8" marL="411480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1"/>
          <p:cNvSpPr txBox="1"/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1" name="Google Shape;181;p51"/>
          <p:cNvSpPr txBox="1"/>
          <p:nvPr>
            <p:ph idx="1" type="subTitle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None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2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4" name="Google Shape;184;p52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84657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684657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684657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684657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684657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684657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684657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684657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684657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3"/>
          <p:cNvSpPr txBox="1"/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7" name="Google Shape;187;p53"/>
          <p:cNvSpPr txBox="1"/>
          <p:nvPr>
            <p:ph idx="1" type="body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None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4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0" name="Google Shape;190;p54"/>
          <p:cNvSpPr txBox="1"/>
          <p:nvPr>
            <p:ph idx="1" type="body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532638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788"/>
              <a:buFont typeface="Gill Sans"/>
              <a:buChar char="•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89204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Font typeface="Gill Sans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45770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24053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24053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24053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24053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24053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24053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1" name="Google Shape;191;p54"/>
          <p:cNvSpPr txBox="1"/>
          <p:nvPr>
            <p:ph idx="2" type="body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532638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788"/>
              <a:buFont typeface="Gill Sans"/>
              <a:buChar char="•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89204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Font typeface="Gill Sans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45770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24053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24053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24053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24053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24053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24053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5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4" name="Google Shape;194;p55"/>
          <p:cNvSpPr txBox="1"/>
          <p:nvPr>
            <p:ph idx="1" type="body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Font typeface="Gill Sans"/>
              <a:buNone/>
              <a:defRPr b="1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None/>
              <a:defRPr b="1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None/>
              <a:defRPr b="1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5" name="Google Shape;195;p55"/>
          <p:cNvSpPr txBox="1"/>
          <p:nvPr>
            <p:ph idx="2" type="body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89204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Font typeface="Gill Sans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45770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24053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02336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02336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02336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02336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02336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02336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6" name="Google Shape;196;p55"/>
          <p:cNvSpPr txBox="1"/>
          <p:nvPr>
            <p:ph idx="3" type="body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Font typeface="Gill Sans"/>
              <a:buNone/>
              <a:defRPr b="1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None/>
              <a:defRPr b="1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None/>
              <a:defRPr b="1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None/>
              <a:defRPr b="1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7" name="Google Shape;197;p55"/>
          <p:cNvSpPr txBox="1"/>
          <p:nvPr>
            <p:ph idx="4" type="body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89204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Font typeface="Gill Sans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45770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24053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78"/>
              <a:buFont typeface="Gill Sans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02336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02336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02336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02336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02336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02336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36"/>
              <a:buFont typeface="Gill Sans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6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8"/>
          <p:cNvSpPr txBox="1"/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03" name="Google Shape;203;p58"/>
          <p:cNvSpPr txBox="1"/>
          <p:nvPr>
            <p:ph idx="1" type="body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576072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472"/>
              <a:buFont typeface="Gill Sans"/>
              <a:buChar char="•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532638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788"/>
              <a:buFont typeface="Gill Sans"/>
              <a:buChar char="•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89204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104"/>
              <a:buFont typeface="Gill Sans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45770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45770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45770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45770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45770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45770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42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04" name="Google Shape;204;p58"/>
          <p:cNvSpPr txBox="1"/>
          <p:nvPr>
            <p:ph idx="2" type="body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52"/>
              <a:buFont typeface="Gill Sans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710"/>
              <a:buFont typeface="Gill Sans"/>
              <a:buNone/>
              <a:defRPr b="0" i="0" sz="1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9"/>
          <p:cNvSpPr txBox="1"/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07" name="Google Shape;207;p59"/>
          <p:cNvSpPr/>
          <p:nvPr>
            <p:ph idx="2" type="pic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59"/>
          <p:cNvSpPr txBox="1"/>
          <p:nvPr>
            <p:ph idx="1" type="body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Gill Sans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52"/>
              <a:buFont typeface="Gill Sans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710"/>
              <a:buFont typeface="Gill Sans"/>
              <a:buNone/>
              <a:defRPr b="0" i="0" sz="1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9"/>
              <a:buFont typeface="Gill Sans"/>
              <a:buNone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0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11" name="Google Shape;211;p60"/>
          <p:cNvSpPr txBox="1"/>
          <p:nvPr>
            <p:ph idx="1" type="body"/>
          </p:nvPr>
        </p:nvSpPr>
        <p:spPr>
          <a:xfrm rot="5400000">
            <a:off x="3284538" y="-357187"/>
            <a:ext cx="6435725" cy="117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84657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684657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684657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684657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684657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684657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684657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684657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684657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1"/>
          <p:cNvSpPr txBox="1"/>
          <p:nvPr>
            <p:ph type="title"/>
          </p:nvPr>
        </p:nvSpPr>
        <p:spPr>
          <a:xfrm rot="5400000">
            <a:off x="6730207" y="3088482"/>
            <a:ext cx="8321675" cy="292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14" name="Google Shape;214;p61"/>
          <p:cNvSpPr txBox="1"/>
          <p:nvPr>
            <p:ph idx="1" type="body"/>
          </p:nvPr>
        </p:nvSpPr>
        <p:spPr>
          <a:xfrm rot="5400000">
            <a:off x="802482" y="238918"/>
            <a:ext cx="8321675" cy="862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84657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684657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684657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684657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684657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684657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684657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684657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684657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3"/>
          <p:cNvSpPr txBox="1"/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19" name="Google Shape;219;p63"/>
          <p:cNvSpPr txBox="1"/>
          <p:nvPr>
            <p:ph idx="1" type="subTitle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1pPr>
            <a:lvl2pPr lvl="1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2pPr>
            <a:lvl3pPr lvl="2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3pPr>
            <a:lvl4pPr lvl="3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4pPr>
            <a:lvl5pPr lvl="4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5pPr>
            <a:lvl6pPr lvl="5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6pPr>
            <a:lvl7pPr lvl="6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7pPr>
            <a:lvl8pPr lvl="7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8pPr>
            <a:lvl9pPr lvl="8" algn="ctr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4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2" name="Google Shape;222;p64"/>
          <p:cNvSpPr txBox="1"/>
          <p:nvPr>
            <p:ph idx="1" type="body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24053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1pPr>
            <a:lvl2pPr indent="-424053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2pPr>
            <a:lvl3pPr indent="-424053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3pPr>
            <a:lvl4pPr indent="-424053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4pPr>
            <a:lvl5pPr indent="-424053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5pPr>
            <a:lvl6pPr indent="-424053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6pPr>
            <a:lvl7pPr indent="-424053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7pPr>
            <a:lvl8pPr indent="-424053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8pPr>
            <a:lvl9pPr indent="-424053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5"/>
          <p:cNvSpPr txBox="1"/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5" name="Google Shape;225;p65"/>
          <p:cNvSpPr txBox="1"/>
          <p:nvPr>
            <p:ph idx="1" type="body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None/>
              <a:defRPr sz="2000"/>
            </a:lvl1pPr>
            <a:lvl2pPr indent="-228600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None/>
              <a:defRPr sz="1800"/>
            </a:lvl2pPr>
            <a:lvl3pPr indent="-228600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sz="1600"/>
            </a:lvl3pPr>
            <a:lvl4pPr indent="-228600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4pPr>
            <a:lvl5pPr indent="-228600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5pPr>
            <a:lvl6pPr indent="-228600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6pPr>
            <a:lvl7pPr indent="-228600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7pPr>
            <a:lvl8pPr indent="-228600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8pPr>
            <a:lvl9pPr indent="-228600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6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8" name="Google Shape;228;p66"/>
          <p:cNvSpPr txBox="1"/>
          <p:nvPr>
            <p:ph idx="1" type="body"/>
          </p:nvPr>
        </p:nvSpPr>
        <p:spPr>
          <a:xfrm>
            <a:off x="1270000" y="1270000"/>
            <a:ext cx="51562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532638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788"/>
              <a:buChar char="•"/>
              <a:defRPr sz="2800"/>
            </a:lvl1pPr>
            <a:lvl2pPr indent="-489204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2pPr>
            <a:lvl3pPr indent="-445770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3pPr>
            <a:lvl4pPr indent="-424053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4pPr>
            <a:lvl5pPr indent="-424053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5pPr>
            <a:lvl6pPr indent="-424053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6pPr>
            <a:lvl7pPr indent="-424053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7pPr>
            <a:lvl8pPr indent="-424053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8pPr>
            <a:lvl9pPr indent="-424053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9pPr>
          </a:lstStyle>
          <a:p/>
        </p:txBody>
      </p:sp>
      <p:sp>
        <p:nvSpPr>
          <p:cNvPr id="229" name="Google Shape;229;p66"/>
          <p:cNvSpPr txBox="1"/>
          <p:nvPr>
            <p:ph idx="2" type="body"/>
          </p:nvPr>
        </p:nvSpPr>
        <p:spPr>
          <a:xfrm>
            <a:off x="6578600" y="1270000"/>
            <a:ext cx="51562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532638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788"/>
              <a:buChar char="•"/>
              <a:defRPr sz="2800"/>
            </a:lvl1pPr>
            <a:lvl2pPr indent="-489204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2pPr>
            <a:lvl3pPr indent="-445770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3pPr>
            <a:lvl4pPr indent="-424053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4pPr>
            <a:lvl5pPr indent="-424053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5pPr>
            <a:lvl6pPr indent="-424053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6pPr>
            <a:lvl7pPr indent="-424053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7pPr>
            <a:lvl8pPr indent="-424053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8pPr>
            <a:lvl9pPr indent="-424053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7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32" name="Google Shape;232;p67"/>
          <p:cNvSpPr txBox="1"/>
          <p:nvPr>
            <p:ph idx="1" type="body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104"/>
              <a:buNone/>
              <a:defRPr b="1" sz="2400"/>
            </a:lvl1pPr>
            <a:lvl2pPr indent="-228600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None/>
              <a:defRPr b="1" sz="2000"/>
            </a:lvl2pPr>
            <a:lvl3pPr indent="-228600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None/>
              <a:defRPr b="1" sz="1800"/>
            </a:lvl3pPr>
            <a:lvl4pPr indent="-228600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4pPr>
            <a:lvl5pPr indent="-228600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5pPr>
            <a:lvl6pPr indent="-228600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6pPr>
            <a:lvl7pPr indent="-228600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7pPr>
            <a:lvl8pPr indent="-228600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8pPr>
            <a:lvl9pPr indent="-228600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9pPr>
          </a:lstStyle>
          <a:p/>
        </p:txBody>
      </p:sp>
      <p:sp>
        <p:nvSpPr>
          <p:cNvPr id="233" name="Google Shape;233;p67"/>
          <p:cNvSpPr txBox="1"/>
          <p:nvPr>
            <p:ph idx="2" type="body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89204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1pPr>
            <a:lvl2pPr indent="-445770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2pPr>
            <a:lvl3pPr indent="-424053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3pPr>
            <a:lvl4pPr indent="-402336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4pPr>
            <a:lvl5pPr indent="-402336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5pPr>
            <a:lvl6pPr indent="-402336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6pPr>
            <a:lvl7pPr indent="-402336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7pPr>
            <a:lvl8pPr indent="-402336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8pPr>
            <a:lvl9pPr indent="-402336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9pPr>
          </a:lstStyle>
          <a:p/>
        </p:txBody>
      </p:sp>
      <p:sp>
        <p:nvSpPr>
          <p:cNvPr id="234" name="Google Shape;234;p67"/>
          <p:cNvSpPr txBox="1"/>
          <p:nvPr>
            <p:ph idx="3" type="body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104"/>
              <a:buNone/>
              <a:defRPr b="1" sz="2400"/>
            </a:lvl1pPr>
            <a:lvl2pPr indent="-228600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None/>
              <a:defRPr b="1" sz="2000"/>
            </a:lvl2pPr>
            <a:lvl3pPr indent="-228600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None/>
              <a:defRPr b="1" sz="1800"/>
            </a:lvl3pPr>
            <a:lvl4pPr indent="-228600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4pPr>
            <a:lvl5pPr indent="-228600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5pPr>
            <a:lvl6pPr indent="-228600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6pPr>
            <a:lvl7pPr indent="-228600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7pPr>
            <a:lvl8pPr indent="-228600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8pPr>
            <a:lvl9pPr indent="-228600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None/>
              <a:defRPr b="1" sz="1600"/>
            </a:lvl9pPr>
          </a:lstStyle>
          <a:p/>
        </p:txBody>
      </p:sp>
      <p:sp>
        <p:nvSpPr>
          <p:cNvPr id="235" name="Google Shape;235;p67"/>
          <p:cNvSpPr txBox="1"/>
          <p:nvPr>
            <p:ph idx="4" type="body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89204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1pPr>
            <a:lvl2pPr indent="-445770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2pPr>
            <a:lvl3pPr indent="-424053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 sz="1800"/>
            </a:lvl3pPr>
            <a:lvl4pPr indent="-402336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4pPr>
            <a:lvl5pPr indent="-402336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5pPr>
            <a:lvl6pPr indent="-402336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6pPr>
            <a:lvl7pPr indent="-402336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7pPr>
            <a:lvl8pPr indent="-402336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8pPr>
            <a:lvl9pPr indent="-402336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8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0"/>
          <p:cNvSpPr txBox="1"/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1" name="Google Shape;241;p70"/>
          <p:cNvSpPr txBox="1"/>
          <p:nvPr>
            <p:ph idx="1" type="body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576072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5472"/>
              <a:buChar char="•"/>
              <a:defRPr sz="3200"/>
            </a:lvl1pPr>
            <a:lvl2pPr indent="-532638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788"/>
              <a:buChar char="•"/>
              <a:defRPr sz="2800"/>
            </a:lvl2pPr>
            <a:lvl3pPr indent="-489204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4104"/>
              <a:buChar char="•"/>
              <a:defRPr sz="2400"/>
            </a:lvl3pPr>
            <a:lvl4pPr indent="-445770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4pPr>
            <a:lvl5pPr indent="-445770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5pPr>
            <a:lvl6pPr indent="-445770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6pPr>
            <a:lvl7pPr indent="-445770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7pPr>
            <a:lvl8pPr indent="-445770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8pPr>
            <a:lvl9pPr indent="-445770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420"/>
              <a:buChar char="•"/>
              <a:defRPr sz="2000"/>
            </a:lvl9pPr>
          </a:lstStyle>
          <a:p/>
        </p:txBody>
      </p:sp>
      <p:sp>
        <p:nvSpPr>
          <p:cNvPr id="242" name="Google Shape;242;p70"/>
          <p:cNvSpPr txBox="1"/>
          <p:nvPr>
            <p:ph idx="2" type="body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1pPr>
            <a:lvl2pPr indent="-228600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052"/>
              <a:buNone/>
              <a:defRPr sz="1200"/>
            </a:lvl2pPr>
            <a:lvl3pPr indent="-228600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710"/>
              <a:buNone/>
              <a:defRPr sz="1000"/>
            </a:lvl3pPr>
            <a:lvl4pPr indent="-228600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4pPr>
            <a:lvl5pPr indent="-228600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5pPr>
            <a:lvl6pPr indent="-228600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6pPr>
            <a:lvl7pPr indent="-228600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7pPr>
            <a:lvl8pPr indent="-228600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8pPr>
            <a:lvl9pPr indent="-228600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1"/>
          <p:cNvSpPr txBox="1"/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5" name="Google Shape;245;p71"/>
          <p:cNvSpPr/>
          <p:nvPr>
            <p:ph idx="2" type="pic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71"/>
          <p:cNvSpPr txBox="1"/>
          <p:nvPr>
            <p:ph idx="1" type="body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1400"/>
            </a:lvl1pPr>
            <a:lvl2pPr indent="-228600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052"/>
              <a:buNone/>
              <a:defRPr sz="1200"/>
            </a:lvl2pPr>
            <a:lvl3pPr indent="-228600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710"/>
              <a:buNone/>
              <a:defRPr sz="1000"/>
            </a:lvl3pPr>
            <a:lvl4pPr indent="-228600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4pPr>
            <a:lvl5pPr indent="-228600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5pPr>
            <a:lvl6pPr indent="-228600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6pPr>
            <a:lvl7pPr indent="-228600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7pPr>
            <a:lvl8pPr indent="-228600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8pPr>
            <a:lvl9pPr indent="-228600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9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2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9" name="Google Shape;249;p72"/>
          <p:cNvSpPr txBox="1"/>
          <p:nvPr>
            <p:ph idx="1" type="body"/>
          </p:nvPr>
        </p:nvSpPr>
        <p:spPr>
          <a:xfrm rot="5400000">
            <a:off x="2895600" y="-355600"/>
            <a:ext cx="7213600" cy="104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24053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1pPr>
            <a:lvl2pPr indent="-424053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2pPr>
            <a:lvl3pPr indent="-424053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3pPr>
            <a:lvl4pPr indent="-424053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4pPr>
            <a:lvl5pPr indent="-424053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5pPr>
            <a:lvl6pPr indent="-424053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6pPr>
            <a:lvl7pPr indent="-424053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7pPr>
            <a:lvl8pPr indent="-424053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8pPr>
            <a:lvl9pPr indent="-424053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3"/>
          <p:cNvSpPr txBox="1"/>
          <p:nvPr>
            <p:ph type="title"/>
          </p:nvPr>
        </p:nvSpPr>
        <p:spPr>
          <a:xfrm rot="5400000">
            <a:off x="6844507" y="2974182"/>
            <a:ext cx="8093075" cy="292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2" name="Google Shape;252;p73"/>
          <p:cNvSpPr txBox="1"/>
          <p:nvPr>
            <p:ph idx="1" type="body"/>
          </p:nvPr>
        </p:nvSpPr>
        <p:spPr>
          <a:xfrm rot="5400000">
            <a:off x="916782" y="124618"/>
            <a:ext cx="8093075" cy="8624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24053" lvl="0" marL="457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1pPr>
            <a:lvl2pPr indent="-424053" lvl="1" marL="914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2pPr>
            <a:lvl3pPr indent="-424053" lvl="2" marL="1371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3pPr>
            <a:lvl4pPr indent="-424053" lvl="3" marL="1828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4pPr>
            <a:lvl5pPr indent="-424053" lvl="4" marL="22860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5pPr>
            <a:lvl6pPr indent="-424053" lvl="5" marL="27432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6pPr>
            <a:lvl7pPr indent="-424053" lvl="6" marL="32004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7pPr>
            <a:lvl8pPr indent="-424053" lvl="7" marL="36576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8pPr>
            <a:lvl9pPr indent="-424053" lvl="8" marL="411480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3078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2" Type="http://schemas.openxmlformats.org/officeDocument/2006/relationships/theme" Target="../theme/theme6.xml"/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14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4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70196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14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14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62280" lvl="0" marL="457200" marR="0" rtl="0" algn="l">
              <a:spcBef>
                <a:spcPts val="850"/>
              </a:spcBef>
              <a:spcAft>
                <a:spcPts val="0"/>
              </a:spcAft>
              <a:buClr>
                <a:schemeClr val="accent1"/>
              </a:buClr>
              <a:buSzPts val="3680"/>
              <a:buFont typeface="Noto Sans Symbols"/>
              <a:buChar char="⚫"/>
              <a:defRPr b="0" i="0" sz="4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82600" lvl="1" marL="914400" marR="0" rtl="0" algn="l">
              <a:spcBef>
                <a:spcPts val="79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  <a:defRPr b="0" i="0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Noto Sans Symbols"/>
              <a:buChar char="●"/>
              <a:defRPr b="0" i="0" sz="3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rgbClr val="C32D2E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rgbClr val="84AA33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06400" lvl="5" marL="2743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06400" lvl="6" marL="3200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06400" lvl="7" marL="3657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06400" lvl="8" marL="41148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A8A29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A8A292"/>
              </a:solidFill>
            </a:endParaRPr>
          </a:p>
        </p:txBody>
      </p:sp>
      <p:sp>
        <p:nvSpPr>
          <p:cNvPr id="19" name="Google Shape;19;p14"/>
          <p:cNvSpPr/>
          <p:nvPr/>
        </p:nvSpPr>
        <p:spPr>
          <a:xfrm>
            <a:off x="1443038" y="0"/>
            <a:ext cx="104775" cy="9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572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•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57200" lvl="1" marL="9144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–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57200" lvl="2" marL="13716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•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57200" lvl="3" marL="18288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–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57200" lvl="4" marL="22860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»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8"/>
          <p:cNvSpPr txBox="1"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1" name="Google Shape;141;p38"/>
          <p:cNvSpPr txBox="1"/>
          <p:nvPr>
            <p:ph idx="1" type="body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684657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684657" lvl="1" marL="914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684657" lvl="2" marL="1371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684657" lvl="3" marL="1828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684657" lvl="4" marL="22860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684657" lvl="5" marL="2743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684657" lvl="6" marL="32004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684657" lvl="7" marL="36576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684657" lvl="8" marL="41148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2"/>
          <p:cNvSpPr txBox="1"/>
          <p:nvPr>
            <p:ph idx="1" type="body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684657" lvl="0" marL="4572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684657" lvl="1" marL="9144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684657" lvl="2" marL="13716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684657" lvl="3" marL="18288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684657" lvl="4" marL="22860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684657" lvl="5" marL="27432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684657" lvl="6" marL="32004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684657" lvl="7" marL="36576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684657" lvl="8" marL="4114800" marR="0" rtl="0" algn="l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182"/>
              <a:buFont typeface="Gill Sans"/>
              <a:buChar char="•"/>
              <a:defRPr b="0" i="0" sz="4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"/>
          <p:cNvPicPr preferRelativeResize="0"/>
          <p:nvPr/>
        </p:nvPicPr>
        <p:blipFill rotWithShape="1">
          <a:blip r:embed="rId3">
            <a:alphaModFix/>
          </a:blip>
          <a:srcRect b="16660" l="0" r="0" t="18021"/>
          <a:stretch/>
        </p:blipFill>
        <p:spPr>
          <a:xfrm>
            <a:off x="4273550" y="304800"/>
            <a:ext cx="5048250" cy="1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"/>
          <p:cNvSpPr txBox="1"/>
          <p:nvPr/>
        </p:nvSpPr>
        <p:spPr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4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4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251001"/>
                </a:solidFill>
                <a:latin typeface="Calibri"/>
                <a:ea typeface="Calibri"/>
                <a:cs typeface="Calibri"/>
                <a:sym typeface="Calibri"/>
              </a:rPr>
              <a:t>Faculty of Science &amp; Technology</a:t>
            </a:r>
            <a:endParaRPr b="1" i="0" sz="4200" u="none" cap="none" strike="noStrike">
              <a:solidFill>
                <a:srgbClr val="25100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1001"/>
                </a:solidFill>
                <a:latin typeface="Calibri"/>
                <a:ea typeface="Calibri"/>
                <a:cs typeface="Calibri"/>
                <a:sym typeface="Calibri"/>
              </a:rPr>
              <a:t>Jagran School of Computer Application</a:t>
            </a:r>
            <a:br>
              <a:rPr b="1" i="0" lang="en-US" sz="4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</a:t>
            </a:r>
            <a:br>
              <a:rPr b="1" i="0" lang="en-US" sz="4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4200" u="none" cap="none" strike="noStrike">
              <a:solidFill>
                <a:srgbClr val="0033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"/>
          <p:cNvSpPr txBox="1"/>
          <p:nvPr/>
        </p:nvSpPr>
        <p:spPr>
          <a:xfrm>
            <a:off x="4087020" y="3697288"/>
            <a:ext cx="5035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Gill Sans"/>
                <a:ea typeface="Gill Sans"/>
                <a:cs typeface="Gill Sans"/>
                <a:sym typeface="Gill Sans"/>
              </a:rPr>
              <a:t>Internship </a:t>
            </a:r>
            <a:r>
              <a:rPr b="0" i="0" lang="en-US" sz="35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Project Report Presentation </a:t>
            </a:r>
            <a:endParaRPr b="0" i="0" sz="35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0" name="Google Shape;260;p1"/>
          <p:cNvSpPr txBox="1"/>
          <p:nvPr/>
        </p:nvSpPr>
        <p:spPr>
          <a:xfrm>
            <a:off x="5015675" y="4745550"/>
            <a:ext cx="35640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UNISPHERE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"/>
          <p:cNvSpPr txBox="1"/>
          <p:nvPr/>
        </p:nvSpPr>
        <p:spPr>
          <a:xfrm>
            <a:off x="1473200" y="6662738"/>
            <a:ext cx="503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"/>
          <p:cNvSpPr txBox="1"/>
          <p:nvPr/>
        </p:nvSpPr>
        <p:spPr>
          <a:xfrm>
            <a:off x="2841275" y="6629400"/>
            <a:ext cx="998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Zuhair Islam Jafri(2023BCAH063)</a:t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"/>
          <p:cNvSpPr txBox="1"/>
          <p:nvPr/>
        </p:nvSpPr>
        <p:spPr>
          <a:xfrm>
            <a:off x="1473200" y="5332550"/>
            <a:ext cx="11531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A Full-Stack User Management System &amp; Administrative Command Center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"/>
          <p:cNvSpPr txBox="1"/>
          <p:nvPr/>
        </p:nvSpPr>
        <p:spPr>
          <a:xfrm>
            <a:off x="304800" y="304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"/>
          <p:cNvSpPr txBox="1"/>
          <p:nvPr>
            <p:ph type="title"/>
          </p:nvPr>
        </p:nvSpPr>
        <p:spPr>
          <a:xfrm>
            <a:off x="2041550" y="0"/>
            <a:ext cx="106647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5800"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"/>
          <p:cNvSpPr txBox="1"/>
          <p:nvPr>
            <p:ph idx="1" type="body"/>
          </p:nvPr>
        </p:nvSpPr>
        <p:spPr>
          <a:xfrm>
            <a:off x="2041600" y="1415375"/>
            <a:ext cx="10664700" cy="9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955" lvl="0" marL="519430" rtl="0" algn="l"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Introduction to UniSphere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The Host Organization (Aharnish Infotech)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Internship Objectives &amp; Vision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UniSphere: Core Features (40+ Dynamic Fields)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Technical Stack (PHP 8.2 &amp; MySQL)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System Architecture (3-Tier Model)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Data Logic (Search &amp; Pagination)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Security Framework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System Snapshots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Challenges &amp; Learnings </a:t>
            </a:r>
            <a:endParaRPr sz="28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Conclusion &amp; References </a:t>
            </a:r>
            <a:endParaRPr sz="28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4000"/>
              <a:t>  </a:t>
            </a:r>
            <a:endParaRPr sz="40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</p:txBody>
      </p:sp>
      <p:sp>
        <p:nvSpPr>
          <p:cNvPr id="271" name="Google Shape;271;p2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UNISPHERE</a:t>
            </a:r>
            <a:endParaRPr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955" lvl="0" marL="519430" rtl="0" algn="l">
              <a:spcBef>
                <a:spcPts val="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Developed a high-performance web application designed to manage, track, and optimize complex user records.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4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447675" lvl="0" marL="51943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Serves as a centralized administrative nerve center that efficiently handles both frontend dynamic UI and backend logic.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9075" lvl="0" marL="519430" rtl="0" algn="l">
              <a:spcBef>
                <a:spcPts val="85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Built as a production-ready solution to bridge the gap between academic projects and enterprise software.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Managing </a:t>
            </a:r>
            <a:endParaRPr/>
          </a:p>
        </p:txBody>
      </p:sp>
      <p:sp>
        <p:nvSpPr>
          <p:cNvPr id="281" name="Google Shape;281;p3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0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 ORGANIZATION OVERVIEW </a:t>
            </a:r>
            <a:endParaRPr sz="4990"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4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955" lvl="0" marL="519430" rtl="0" algn="l">
              <a:spcBef>
                <a:spcPts val="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Completed a 3-month intensive industrial training program at Aharnish Infotech Private Limited.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9075" lvl="0" marL="519430" rtl="0" algn="l">
              <a:spcBef>
                <a:spcPts val="85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Worked closely with the core development division, gaining deep insights into professional workflows.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9075" lvl="0" marL="519430" rtl="0" algn="l">
              <a:spcBef>
                <a:spcPts val="85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Exposed to industry-standard practices including Agile methodologies, peer code reviews, and Git version control.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4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SCALE &amp; ATTRIBUTES </a:t>
            </a:r>
            <a:endParaRPr sz="5900"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5"/>
          <p:cNvSpPr txBox="1"/>
          <p:nvPr>
            <p:ph idx="1" type="body"/>
          </p:nvPr>
        </p:nvSpPr>
        <p:spPr>
          <a:xfrm>
            <a:off x="2041525" y="2059002"/>
            <a:ext cx="10664700" cy="7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955" lvl="0" marL="519430" rtl="0" algn="l">
              <a:spcBef>
                <a:spcPts val="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Engineered to systematically process and map 40+ dynamic data fields across multiple user profiles.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9075" lvl="0" marL="519430" rtl="0" algn="l">
              <a:spcBef>
                <a:spcPts val="85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Manages extensive dataset arrays ranging from institutional demographics to real-time administrative logs.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9075" lvl="0" marL="519430" rtl="0" algn="l">
              <a:spcBef>
                <a:spcPts val="85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288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Avoids the limitations of flat databases by utilizing highly indexed relational metadata structures.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9075" lvl="0" marL="519430" rtl="0" algn="l">
              <a:spcBef>
                <a:spcPts val="85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97" name="Google Shape;297;p5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5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90">
                <a:latin typeface="Times New Roman"/>
                <a:ea typeface="Times New Roman"/>
                <a:cs typeface="Times New Roman"/>
                <a:sym typeface="Times New Roman"/>
              </a:rPr>
              <a:t>SYSTEM ARCHITECTURE (3-TIER) </a:t>
            </a:r>
            <a:endParaRPr sz="49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6"/>
          <p:cNvSpPr txBox="1"/>
          <p:nvPr>
            <p:ph idx="1" type="body"/>
          </p:nvPr>
        </p:nvSpPr>
        <p:spPr>
          <a:xfrm>
            <a:off x="2041525" y="2059001"/>
            <a:ext cx="10664700" cy="7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539115" lvl="0" marL="519430" rtl="0" algn="l">
              <a:spcBef>
                <a:spcPts val="0"/>
              </a:spcBef>
              <a:spcAft>
                <a:spcPts val="0"/>
              </a:spcAft>
              <a:buSzPts val="3600"/>
              <a:buChar char="⚫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Presentation Layer: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Built with a clean, fully responsive Bootstrap 5.3 UI optimized for extended admin operations.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9115" lvl="0" marL="519430" rtl="0" algn="l">
              <a:spcBef>
                <a:spcPts val="850"/>
              </a:spcBef>
              <a:spcAft>
                <a:spcPts val="0"/>
              </a:spcAft>
              <a:buSzPts val="3600"/>
              <a:buChar char="⚫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Application Layer: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Uses a robust PHP 8.2 logic engine to process request handlers, validations, and routing.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9115" lvl="0" marL="51943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⚫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Data Layer: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Utilizes a structured MySQL relational database ensuring absolute transactional integrity.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6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390">
                <a:latin typeface="Times New Roman"/>
                <a:ea typeface="Times New Roman"/>
                <a:cs typeface="Times New Roman"/>
                <a:sym typeface="Times New Roman"/>
              </a:rPr>
              <a:t>TECH STACK SELECTION  </a:t>
            </a:r>
            <a:endParaRPr b="1" sz="6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 txBox="1"/>
          <p:nvPr>
            <p:ph idx="1" type="body"/>
          </p:nvPr>
        </p:nvSpPr>
        <p:spPr>
          <a:xfrm>
            <a:off x="2041525" y="1387000"/>
            <a:ext cx="10664700" cy="81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47675" lvl="0" marL="519430" rtl="0" algn="l">
              <a:spcBef>
                <a:spcPts val="0"/>
              </a:spcBef>
              <a:spcAft>
                <a:spcPts val="0"/>
              </a:spcAft>
              <a:buSzPts val="4400"/>
              <a:buChar char="⚫"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 Standardized on HTML5, CSS3, JavaScript (ES6+), and Bootstrap 5.3 framework components. 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8275" lvl="0" marL="519430" rtl="0" algn="l">
              <a:spcBef>
                <a:spcPts val="850"/>
              </a:spcBef>
              <a:spcAft>
                <a:spcPts val="0"/>
              </a:spcAft>
              <a:buSzPts val="3680"/>
              <a:buNone/>
            </a:pPr>
            <a:r>
              <a:t/>
            </a:r>
            <a:endParaRPr/>
          </a:p>
          <a:p>
            <a:pPr indent="-589915" lvl="0" marL="519430" rtl="0" algn="l">
              <a:spcBef>
                <a:spcPts val="850"/>
              </a:spcBef>
              <a:spcAft>
                <a:spcPts val="0"/>
              </a:spcAft>
              <a:buSzPts val="4400"/>
              <a:buChar char="⚫"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 Programmed with Core PHP 8.2 for high-speed server-side scripting and seamless session routing.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43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1325" lvl="0" marL="519430" rtl="0" algn="l">
              <a:spcBef>
                <a:spcPts val="850"/>
              </a:spcBef>
              <a:spcAft>
                <a:spcPts val="0"/>
              </a:spcAft>
              <a:buSzPts val="4300"/>
              <a:buChar char="⚫"/>
            </a:pPr>
            <a:r>
              <a:rPr b="1" lang="en-US" sz="4300">
                <a:latin typeface="Times New Roman"/>
                <a:ea typeface="Times New Roman"/>
                <a:cs typeface="Times New Roman"/>
                <a:sym typeface="Times New Roman"/>
              </a:rPr>
              <a:t>Database &amp; Dev Env:</a:t>
            </a: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 Managed via MySQL Relational DB, XAMPP local environment, and Visual Studio Code IDE. 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7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"/>
          <p:cNvSpPr txBox="1"/>
          <p:nvPr>
            <p:ph type="title"/>
          </p:nvPr>
        </p:nvSpPr>
        <p:spPr>
          <a:xfrm>
            <a:off x="1806025" y="1"/>
            <a:ext cx="10664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FUNCTIONALITIES</a:t>
            </a:r>
            <a:br>
              <a:rPr lang="en-US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8"/>
          <p:cNvSpPr txBox="1"/>
          <p:nvPr>
            <p:ph idx="1" type="body"/>
          </p:nvPr>
        </p:nvSpPr>
        <p:spPr>
          <a:xfrm>
            <a:off x="2041525" y="1468100"/>
            <a:ext cx="10664700" cy="82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52755" lvl="0" marL="519430" rtl="0" algn="l">
              <a:spcBef>
                <a:spcPts val="0"/>
              </a:spcBef>
              <a:spcAft>
                <a:spcPts val="0"/>
              </a:spcAft>
              <a:buSzPts val="4000"/>
              <a:buChar char="⚫"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Dynamic Record Management: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End-to-end CRUD functionality allowing smooth user enrollment and updates. 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4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64515" lvl="0" marL="519430" rtl="0" algn="l">
              <a:spcBef>
                <a:spcPts val="850"/>
              </a:spcBef>
              <a:spcAft>
                <a:spcPts val="0"/>
              </a:spcAft>
              <a:buSzPts val="4000"/>
              <a:buChar char="⚫"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Analytical Counters: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Live calculation metrics displaying real-time summaries of active students, teachers, and projects.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43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64515" lvl="0" marL="519430" rtl="0" algn="l">
              <a:spcBef>
                <a:spcPts val="850"/>
              </a:spcBef>
              <a:spcAft>
                <a:spcPts val="0"/>
              </a:spcAft>
              <a:buSzPts val="4000"/>
              <a:buChar char="⚫"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Asset Mapping: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Automatic verification scripts designed to handle document attachments and profile pictures.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8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"/>
          <p:cNvSpPr txBox="1"/>
          <p:nvPr>
            <p:ph type="title"/>
          </p:nvPr>
        </p:nvSpPr>
        <p:spPr>
          <a:xfrm>
            <a:off x="2041525" y="-486675"/>
            <a:ext cx="10664700" cy="22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90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SEARCH DATA LOGIC </a:t>
            </a:r>
            <a:r>
              <a:rPr lang="en-US" sz="5290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290"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9"/>
          <p:cNvSpPr txBox="1"/>
          <p:nvPr>
            <p:ph idx="1" type="body"/>
          </p:nvPr>
        </p:nvSpPr>
        <p:spPr>
          <a:xfrm>
            <a:off x="2041525" y="2059000"/>
            <a:ext cx="10858500" cy="7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⚫"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Implemented optimized </a:t>
            </a: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SQL LIKE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query operators to execute rapid, multi-attribute keyword filtering.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Times New Roman"/>
              <a:buChar char="⚫"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Enables administrators to instantaneously locate records using Name, Enrollment ID, or City filters.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Times New Roman"/>
              <a:buChar char="⚫"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Drastically reduces manual indexing time and minimizes server overhead during data retrieval.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4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51943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  <a:p>
            <a:pPr indent="0" lvl="0" marL="519430" rtl="0" algn="l">
              <a:spcBef>
                <a:spcPts val="850"/>
              </a:spcBef>
              <a:spcAft>
                <a:spcPts val="0"/>
              </a:spcAft>
              <a:buNone/>
            </a:pPr>
            <a:r>
              <a:rPr lang="en-US" sz="4000"/>
              <a:t>Internet: Only for setup and GitHub sync</a:t>
            </a:r>
            <a:endParaRPr sz="4000"/>
          </a:p>
          <a:p>
            <a:pPr indent="-198755" lvl="0" marL="519430" rtl="0" algn="l">
              <a:spcBef>
                <a:spcPts val="8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/>
          </a:p>
          <a:p>
            <a:pPr indent="0" lvl="0" marL="519430" rtl="0" algn="l">
              <a:spcBef>
                <a:spcPts val="850"/>
              </a:spcBef>
              <a:spcAft>
                <a:spcPts val="0"/>
              </a:spcAft>
              <a:buNone/>
            </a:pPr>
            <a:r>
              <a:rPr lang="en-US" sz="4000"/>
              <a:t>Basic finance understanding for end-users</a:t>
            </a:r>
            <a:endParaRPr sz="4000"/>
          </a:p>
        </p:txBody>
      </p:sp>
      <p:sp>
        <p:nvSpPr>
          <p:cNvPr id="333" name="Google Shape;333;p9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 txBox="1"/>
          <p:nvPr>
            <p:ph type="title"/>
          </p:nvPr>
        </p:nvSpPr>
        <p:spPr>
          <a:xfrm>
            <a:off x="2041525" y="170325"/>
            <a:ext cx="106647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OPTIMIZATION (PAGINATION) </a:t>
            </a:r>
            <a:endParaRPr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10"/>
          <p:cNvSpPr txBox="1"/>
          <p:nvPr>
            <p:ph idx="1" type="body"/>
          </p:nvPr>
        </p:nvSpPr>
        <p:spPr>
          <a:xfrm>
            <a:off x="2041525" y="2059000"/>
            <a:ext cx="10858500" cy="7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518795" lvl="0" marL="519430" rtl="0" algn="l">
              <a:spcBef>
                <a:spcPts val="0"/>
              </a:spcBef>
              <a:spcAft>
                <a:spcPts val="0"/>
              </a:spcAft>
              <a:buSzPts val="3280"/>
              <a:buFont typeface="Times New Roman"/>
              <a:buChar char="⚫"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Engineered a custom, math-offset based pagination algorithm entirely from scratch to handle high data volume.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4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77215" lvl="0" marL="519430" rtl="0" algn="l">
              <a:spcBef>
                <a:spcPts val="850"/>
              </a:spcBef>
              <a:spcAft>
                <a:spcPts val="0"/>
              </a:spcAft>
              <a:buSzPts val="4200"/>
              <a:buChar char="⚫"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Distributes heavy server processing loads by rendering records cleanly in fixed chunks of </a:t>
            </a:r>
            <a:r>
              <a:rPr b="1" lang="en-US" sz="4200">
                <a:latin typeface="Times New Roman"/>
                <a:ea typeface="Times New Roman"/>
                <a:cs typeface="Times New Roman"/>
                <a:sym typeface="Times New Roman"/>
              </a:rPr>
              <a:t>10 rows per page</a:t>
            </a: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3680"/>
              <a:buFont typeface="Times New Roman"/>
              <a:buChar char="⚫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Drastically optimizes database response latency and prevents client-side browser memory crashes.</a:t>
            </a:r>
            <a:endParaRPr/>
          </a:p>
        </p:txBody>
      </p:sp>
      <p:sp>
        <p:nvSpPr>
          <p:cNvPr id="342" name="Google Shape;342;p10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90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PROTECTION &amp; SECURITY </a:t>
            </a:r>
            <a:endParaRPr sz="5090"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11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358775" lvl="0" marL="519430" rtl="0" algn="l">
              <a:spcBef>
                <a:spcPts val="0"/>
              </a:spcBef>
              <a:spcAft>
                <a:spcPts val="0"/>
              </a:spcAft>
              <a:buSzPts val="3000"/>
              <a:buChar char="⚫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Session Tracking: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Robust PHP native session configuration to protect administrative panels from URL bypasses. </a:t>
            </a:r>
            <a:b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1015" lvl="0" marL="51943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⚫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Vulnerability Defense: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Applied rigorous server-side input sanitization to eliminate SQL Injection and XSS threats.</a:t>
            </a:r>
            <a:b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1015" lvl="0" marL="51943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⚫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Privilege Validation: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Enforced specific role-based permissions before executing critical database alterations.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1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 txBox="1"/>
          <p:nvPr>
            <p:ph type="title"/>
          </p:nvPr>
        </p:nvSpPr>
        <p:spPr>
          <a:xfrm>
            <a:off x="2041525" y="0"/>
            <a:ext cx="10664700" cy="17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UI &amp; DATABASE SCHEMAS 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12"/>
          <p:cNvSpPr txBox="1"/>
          <p:nvPr>
            <p:ph idx="1" type="body"/>
          </p:nvPr>
        </p:nvSpPr>
        <p:spPr>
          <a:xfrm>
            <a:off x="2041525" y="2018444"/>
            <a:ext cx="10963200" cy="7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1" marL="573405" rtl="0" algn="l">
              <a:spcBef>
                <a:spcPts val="0"/>
              </a:spcBef>
              <a:spcAft>
                <a:spcPts val="0"/>
              </a:spcAft>
              <a:buSzPts val="3475"/>
              <a:buNone/>
            </a:pPr>
            <a:r>
              <a:t/>
            </a:r>
            <a:endParaRPr sz="3475"/>
          </a:p>
          <a:p>
            <a:pPr indent="-401955" lvl="0" marL="519430" rtl="0" algn="l">
              <a:spcBef>
                <a:spcPts val="850"/>
              </a:spcBef>
              <a:spcAft>
                <a:spcPts val="0"/>
              </a:spcAft>
              <a:buSzPts val="3200"/>
              <a:buFont typeface="Times New Roman"/>
              <a:buChar char="⚫"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Designed a clean, high-contrast dark theme optimized for cross-platform desktop and mobile responsiveness. 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3715" lvl="0" marL="519430" rtl="0" algn="l">
              <a:spcBef>
                <a:spcPts val="850"/>
              </a:spcBef>
              <a:spcAft>
                <a:spcPts val="0"/>
              </a:spcAft>
              <a:buSzPts val="3200"/>
              <a:buFont typeface="Times New Roman"/>
              <a:buChar char="⚫"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Constructed fully normalized database tables to remove record redundancies and maintain clean relations.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64515" lvl="0" marL="51943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⚫"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Integrated intelligent fallback scripts utilizing </a:t>
            </a:r>
            <a:r>
              <a:rPr lang="en-US" sz="40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file_exists()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logic to prevent broken layout paths for missing assets.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360" name="Google Shape;360;p12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type="title"/>
          </p:nvPr>
        </p:nvSpPr>
        <p:spPr>
          <a:xfrm>
            <a:off x="2041525" y="0"/>
            <a:ext cx="106647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62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PROGRESSIVE TIMELINE </a:t>
            </a:r>
            <a:endParaRPr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13"/>
          <p:cNvSpPr txBox="1"/>
          <p:nvPr>
            <p:ph idx="1" type="body"/>
          </p:nvPr>
        </p:nvSpPr>
        <p:spPr>
          <a:xfrm>
            <a:off x="2041525" y="1508675"/>
            <a:ext cx="10963500" cy="82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528955" lvl="0" marL="519430" rtl="0" algn="l">
              <a:spcBef>
                <a:spcPts val="0"/>
              </a:spcBef>
              <a:spcAft>
                <a:spcPts val="0"/>
              </a:spcAft>
              <a:buSzPts val="3600"/>
              <a:buChar char="⚫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Weeks 1–4: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Requirement mapping, environment configuration (XAMPP), and responsive UI drafting.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4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9115" lvl="0" marL="51943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⚫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Weeks 5–8: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Backend logical scripting, structural database integration, and basic CRUD validation layout..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9115" lvl="0" marL="51943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⚫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Weeks 9–12: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Implementation of advanced search/pagination modules, rigorous stress testing, and final report building.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13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9b378906b_2_50"/>
          <p:cNvSpPr txBox="1"/>
          <p:nvPr>
            <p:ph type="title"/>
          </p:nvPr>
        </p:nvSpPr>
        <p:spPr>
          <a:xfrm>
            <a:off x="2041525" y="0"/>
            <a:ext cx="10664700" cy="15888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SNAPSHOTS OF THE SYSTEM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g3e9b378906b_2_50"/>
          <p:cNvSpPr txBox="1"/>
          <p:nvPr>
            <p:ph idx="1" type="body"/>
          </p:nvPr>
        </p:nvSpPr>
        <p:spPr>
          <a:xfrm>
            <a:off x="1646550" y="1366725"/>
            <a:ext cx="11059800" cy="83868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br>
              <a:rPr lang="en-US" sz="4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100">
                <a:latin typeface="Times New Roman"/>
                <a:ea typeface="Times New Roman"/>
                <a:cs typeface="Times New Roman"/>
                <a:sym typeface="Times New Roman"/>
              </a:rPr>
              <a:t>Visual walkthrough of UniSphere’s Administrative Interface and Backend Logic: 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e9b378906b_2_50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9b378906b_2_72"/>
          <p:cNvSpPr txBox="1"/>
          <p:nvPr>
            <p:ph type="title"/>
          </p:nvPr>
        </p:nvSpPr>
        <p:spPr>
          <a:xfrm>
            <a:off x="1451600" y="0"/>
            <a:ext cx="11553300" cy="15888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Authentication &amp; Enrollment (Login &amp; Signup) </a:t>
            </a:r>
            <a:endParaRPr/>
          </a:p>
        </p:txBody>
      </p:sp>
      <p:sp>
        <p:nvSpPr>
          <p:cNvPr id="386" name="Google Shape;386;g3e9b378906b_2_72"/>
          <p:cNvSpPr txBox="1"/>
          <p:nvPr>
            <p:ph idx="1" type="body"/>
          </p:nvPr>
        </p:nvSpPr>
        <p:spPr>
          <a:xfrm>
            <a:off x="2041525" y="2059001"/>
            <a:ext cx="10664700" cy="73974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rPr lang="en-US"/>
              <a:t>NNNNNNNNNN</a:t>
            </a:r>
            <a:endParaRPr/>
          </a:p>
        </p:txBody>
      </p:sp>
      <p:sp>
        <p:nvSpPr>
          <p:cNvPr id="387" name="Google Shape;387;g3e9b378906b_2_72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8" name="Google Shape;388;g3e9b378906b_2_72" title="1_Registration_For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600" y="1588800"/>
            <a:ext cx="5637424" cy="687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e9b378906b_2_72" title="2_Login_Portal.png"/>
          <p:cNvPicPr preferRelativeResize="0"/>
          <p:nvPr/>
        </p:nvPicPr>
        <p:blipFill rotWithShape="1">
          <a:blip r:embed="rId4">
            <a:alphaModFix/>
          </a:blip>
          <a:srcRect b="-7747" l="0" r="-14943" t="0"/>
          <a:stretch/>
        </p:blipFill>
        <p:spPr>
          <a:xfrm>
            <a:off x="7563250" y="1588800"/>
            <a:ext cx="6281925" cy="68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e9b378906b_2_72"/>
          <p:cNvSpPr txBox="1"/>
          <p:nvPr/>
        </p:nvSpPr>
        <p:spPr>
          <a:xfrm>
            <a:off x="2041525" y="8633400"/>
            <a:ext cx="1066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login gateway with session security and multi-field user enrollment form."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9b378906b_2_85"/>
          <p:cNvSpPr txBox="1"/>
          <p:nvPr>
            <p:ph type="title"/>
          </p:nvPr>
        </p:nvSpPr>
        <p:spPr>
          <a:xfrm>
            <a:off x="1564525" y="0"/>
            <a:ext cx="11440200" cy="12849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Administrative Command Center  </a:t>
            </a:r>
            <a:endParaRPr/>
          </a:p>
        </p:txBody>
      </p:sp>
      <p:sp>
        <p:nvSpPr>
          <p:cNvPr id="397" name="Google Shape;397;g3e9b378906b_2_85"/>
          <p:cNvSpPr txBox="1"/>
          <p:nvPr>
            <p:ph idx="1" type="body"/>
          </p:nvPr>
        </p:nvSpPr>
        <p:spPr>
          <a:xfrm>
            <a:off x="1463200" y="1284850"/>
            <a:ext cx="11541600" cy="84687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e9b378906b_2_85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9" name="Google Shape;399;g3e9b378906b_2_85" title="3_Admin_Dashboard.png"/>
          <p:cNvPicPr preferRelativeResize="0"/>
          <p:nvPr/>
        </p:nvPicPr>
        <p:blipFill rotWithShape="1">
          <a:blip r:embed="rId3">
            <a:alphaModFix/>
          </a:blip>
          <a:srcRect b="-8950" l="-4720" r="4720" t="8950"/>
          <a:stretch/>
        </p:blipFill>
        <p:spPr>
          <a:xfrm>
            <a:off x="1098425" y="1345100"/>
            <a:ext cx="11541600" cy="706337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e9b378906b_2_85"/>
          <p:cNvSpPr txBox="1"/>
          <p:nvPr/>
        </p:nvSpPr>
        <p:spPr>
          <a:xfrm>
            <a:off x="1513825" y="8310500"/>
            <a:ext cx="115416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analytical counters for Students, Teachers, and Projects.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sidebar for seamless navigation.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9b378906b_2_99"/>
          <p:cNvSpPr txBox="1"/>
          <p:nvPr>
            <p:ph type="title"/>
          </p:nvPr>
        </p:nvSpPr>
        <p:spPr>
          <a:xfrm>
            <a:off x="1463200" y="0"/>
            <a:ext cx="11541600" cy="14268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Management &amp; Data Logic </a:t>
            </a:r>
            <a:endParaRPr/>
          </a:p>
        </p:txBody>
      </p:sp>
      <p:sp>
        <p:nvSpPr>
          <p:cNvPr id="407" name="Google Shape;407;g3e9b378906b_2_99"/>
          <p:cNvSpPr txBox="1"/>
          <p:nvPr>
            <p:ph idx="1" type="body"/>
          </p:nvPr>
        </p:nvSpPr>
        <p:spPr>
          <a:xfrm>
            <a:off x="1463200" y="1183525"/>
            <a:ext cx="11243100" cy="74781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e9b378906b_2_99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9" name="Google Shape;409;g3e9b378906b_2_99" title="4_user_Management 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325" y="1264600"/>
            <a:ext cx="10943626" cy="658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e9b378906b_2_99"/>
          <p:cNvSpPr txBox="1"/>
          <p:nvPr/>
        </p:nvSpPr>
        <p:spPr>
          <a:xfrm>
            <a:off x="2172500" y="8013150"/>
            <a:ext cx="99912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 data table with SQL-based filtering and custom pagination logic." </a:t>
            </a:r>
            <a:endParaRPr sz="4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9b378906b_2_133"/>
          <p:cNvSpPr txBox="1"/>
          <p:nvPr>
            <p:ph type="title"/>
          </p:nvPr>
        </p:nvSpPr>
        <p:spPr>
          <a:xfrm>
            <a:off x="2041525" y="390525"/>
            <a:ext cx="10664700" cy="16257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Records Management &amp; Search </a:t>
            </a:r>
            <a:endParaRPr/>
          </a:p>
        </p:txBody>
      </p:sp>
      <p:sp>
        <p:nvSpPr>
          <p:cNvPr id="417" name="Google Shape;417;g3e9b378906b_2_133"/>
          <p:cNvSpPr txBox="1"/>
          <p:nvPr>
            <p:ph idx="1" type="body"/>
          </p:nvPr>
        </p:nvSpPr>
        <p:spPr>
          <a:xfrm>
            <a:off x="2041525" y="2058988"/>
            <a:ext cx="10664700" cy="68277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e9b378906b_2_133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9" name="Google Shape;419;g3e9b378906b_2_133" title="5_Search_Functiona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525" y="2016225"/>
            <a:ext cx="10664699" cy="58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e9b378906b_2_133"/>
          <p:cNvSpPr txBox="1"/>
          <p:nvPr/>
        </p:nvSpPr>
        <p:spPr>
          <a:xfrm>
            <a:off x="3023675" y="8175275"/>
            <a:ext cx="87144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and filter Records </a:t>
            </a:r>
            <a:endParaRPr sz="4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9b378906b_2_110"/>
          <p:cNvSpPr txBox="1"/>
          <p:nvPr>
            <p:ph type="title"/>
          </p:nvPr>
        </p:nvSpPr>
        <p:spPr>
          <a:xfrm>
            <a:off x="1483475" y="0"/>
            <a:ext cx="11222700" cy="14469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 Backend &amp; Technical Infrastructure 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g3e9b378906b_2_110"/>
          <p:cNvSpPr txBox="1"/>
          <p:nvPr>
            <p:ph idx="1" type="body"/>
          </p:nvPr>
        </p:nvSpPr>
        <p:spPr>
          <a:xfrm>
            <a:off x="1483475" y="1187550"/>
            <a:ext cx="10857900" cy="68256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9b378906b_2_110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9" name="Google Shape;429;g3e9b378906b_2_110" title="7_phpMyAdmin_Database Stru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667" y="1187550"/>
            <a:ext cx="10857901" cy="696747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e9b378906b_2_110"/>
          <p:cNvSpPr txBox="1"/>
          <p:nvPr/>
        </p:nvSpPr>
        <p:spPr>
          <a:xfrm>
            <a:off x="2435975" y="8479275"/>
            <a:ext cx="99054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phpMyAdmin 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9b378906b_2_26"/>
          <p:cNvSpPr txBox="1"/>
          <p:nvPr>
            <p:ph type="title"/>
          </p:nvPr>
        </p:nvSpPr>
        <p:spPr>
          <a:xfrm>
            <a:off x="2041525" y="390525"/>
            <a:ext cx="10664700" cy="16257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5090">
                <a:latin typeface="Times New Roman"/>
                <a:ea typeface="Times New Roman"/>
                <a:cs typeface="Times New Roman"/>
                <a:sym typeface="Times New Roman"/>
              </a:rPr>
              <a:t>CHALLENGES &amp; KEY LEARNINGS </a:t>
            </a:r>
            <a:endParaRPr sz="50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g3e9b378906b_2_26"/>
          <p:cNvSpPr txBox="1"/>
          <p:nvPr>
            <p:ph idx="1" type="body"/>
          </p:nvPr>
        </p:nvSpPr>
        <p:spPr>
          <a:xfrm>
            <a:off x="2041525" y="2059000"/>
            <a:ext cx="10858500" cy="76947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57200" lvl="0" marL="457200" rtl="0" algn="l">
              <a:spcBef>
                <a:spcPts val="850"/>
              </a:spcBef>
              <a:spcAft>
                <a:spcPts val="0"/>
              </a:spcAft>
              <a:buSzPts val="360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Overcame complex structural matrix mapping obstacles when syncing 40+ independent dynamic data inputs.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Mastered professional industry "Clean Code" principles, documentation habits, and scalable folder organization.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⚫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Gained critical problem-solving skills by debugging runtime environment errors using server log diagnostics.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g3e9b378906b_2_26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9b378906b_2_123"/>
          <p:cNvSpPr txBox="1"/>
          <p:nvPr>
            <p:ph type="title"/>
          </p:nvPr>
        </p:nvSpPr>
        <p:spPr>
          <a:xfrm>
            <a:off x="2041525" y="390525"/>
            <a:ext cx="10664700" cy="16257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modular PHP directory architecture.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g3e9b378906b_2_123"/>
          <p:cNvSpPr txBox="1"/>
          <p:nvPr>
            <p:ph idx="1" type="body"/>
          </p:nvPr>
        </p:nvSpPr>
        <p:spPr>
          <a:xfrm>
            <a:off x="2041525" y="2058988"/>
            <a:ext cx="10664700" cy="68277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e9b378906b_2_123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7" name="Google Shape;447;g3e9b378906b_2_123" title="8_VS Code_Fol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075" y="2075225"/>
            <a:ext cx="11103148" cy="63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3e9b378906b_2_123"/>
          <p:cNvSpPr txBox="1"/>
          <p:nvPr/>
        </p:nvSpPr>
        <p:spPr>
          <a:xfrm>
            <a:off x="2881825" y="8580600"/>
            <a:ext cx="89169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 </a:t>
            </a:r>
            <a:endParaRPr sz="4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9b378906b_2_39"/>
          <p:cNvSpPr txBox="1"/>
          <p:nvPr>
            <p:ph type="title"/>
          </p:nvPr>
        </p:nvSpPr>
        <p:spPr>
          <a:xfrm>
            <a:off x="2041525" y="0"/>
            <a:ext cx="10664700" cy="2058900"/>
          </a:xfrm>
          <a:prstGeom prst="rect">
            <a:avLst/>
          </a:prstGeom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g3e9b378906b_2_39"/>
          <p:cNvSpPr txBox="1"/>
          <p:nvPr>
            <p:ph idx="1" type="body"/>
          </p:nvPr>
        </p:nvSpPr>
        <p:spPr>
          <a:xfrm>
            <a:off x="2041525" y="2059002"/>
            <a:ext cx="10664700" cy="7694700"/>
          </a:xfrm>
          <a:prstGeom prst="rect">
            <a:avLst/>
          </a:prstGeom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294640" lvl="0" marL="457200" rtl="0" algn="l">
              <a:spcBef>
                <a:spcPts val="850"/>
              </a:spcBef>
              <a:spcAft>
                <a:spcPts val="0"/>
              </a:spcAft>
              <a:buSzPts val="1040"/>
              <a:buFont typeface="Times New Roman"/>
              <a:buChar char="⚫"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Successfully delivered a functional, feature-rich, and scalable full-stack enterprise software prototype.</a:t>
            </a:r>
            <a:b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spcBef>
                <a:spcPts val="0"/>
              </a:spcBef>
              <a:spcAft>
                <a:spcPts val="0"/>
              </a:spcAft>
              <a:buSzPts val="1040"/>
              <a:buFont typeface="Times New Roman"/>
              <a:buChar char="⚫"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Transformed basic academic development skills into professional software engineering practices.</a:t>
            </a:r>
            <a:b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spcBef>
                <a:spcPts val="0"/>
              </a:spcBef>
              <a:spcAft>
                <a:spcPts val="0"/>
              </a:spcAft>
              <a:buSzPts val="1040"/>
              <a:buFont typeface="Times New Roman"/>
              <a:buChar char="⚫"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Ready to deploy and expand this modular ecosystem for global institutional tracking requirements.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g3e9b378906b_2_39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2025-11-12T18:49:32Z</dcterms:created>
  <dc:creator>Nafy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E2CB25991EAA444FB5891F099551B43A_13</vt:lpwstr>
  </property>
  <property fmtid="{D5CDD505-2E9C-101B-9397-08002B2CF9AE}" pid="3" name="KSOProductBuildVer">
    <vt:lpwstr>1033-12.2.0.23155</vt:lpwstr>
  </property>
</Properties>
</file>